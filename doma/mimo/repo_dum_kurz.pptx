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C08A4E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§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237744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0" dirty="0">
                <a:solidFill>
                  <a:srgbClr val="ECE7D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Repo dům</a:t>
            </a:r>
            <a:endParaRPr lang="en-US" sz="6800" dirty="0"/>
          </a:p>
        </p:txBody>
      </p:sp>
      <p:sp>
        <p:nvSpPr>
          <p:cNvPr id="4" name="Text 2"/>
          <p:cNvSpPr/>
          <p:nvPr/>
        </p:nvSpPr>
        <p:spPr>
          <a:xfrm>
            <a:off x="566928" y="37033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9483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Metodologie stavby nástroje, který funguje bez tebe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66928" y="4343400"/>
            <a:ext cx="2011680" cy="0"/>
          </a:xfrm>
          <a:prstGeom prst="line">
            <a:avLst/>
          </a:prstGeom>
          <a:noFill/>
          <a:ln w="19050">
            <a:solidFill>
              <a:srgbClr val="C08A4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035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E756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KURZ  /  MICHAELA NOVÁKOVÁ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C08A4E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01 / DEFINICE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dirty="0">
                <a:solidFill>
                  <a:srgbClr val="ECE7D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Co je Repo dům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6035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9A9483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Architektonický princip pro stavbu nástrojů, které nepotřebují server, autora ani údržbu, aby dál fungovaly.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301752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08A4E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88720" y="30175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E7D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Statický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0" y="30175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9483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HTML / JS / CSS, žádný server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3584448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08A4E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88720" y="358444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E7D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Offline-first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57600" y="3584448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9483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funguje i bez připojení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4151376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08A4E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88720" y="4151376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E7D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URL jako stav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657600" y="4151376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9483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stav se nese v odkazu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4718304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08A4E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88720" y="4718304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E7D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localStorage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657600" y="4718304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9483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paměť patří uživateli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680960" y="914400"/>
            <a:ext cx="0" cy="521208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0" y="2103120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0" dirty="0">
                <a:solidFill>
                  <a:srgbClr val="2A2A2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×</a:t>
            </a:r>
            <a:endParaRPr lang="en-US" sz="9000" dirty="0"/>
          </a:p>
        </p:txBody>
      </p:sp>
      <p:sp>
        <p:nvSpPr>
          <p:cNvPr id="19" name="Text 17"/>
          <p:cNvSpPr/>
          <p:nvPr/>
        </p:nvSpPr>
        <p:spPr>
          <a:xfrm>
            <a:off x="8229600" y="3931920"/>
            <a:ext cx="3291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9A9483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„Nic se nemůže rozbít na serveru,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9A9483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protože server neexistuje.“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A9483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REPO DŮM — 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C08A4E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02 / FILOZOFIE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dirty="0">
                <a:solidFill>
                  <a:srgbClr val="ECE7D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Proč takhle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5394960" cy="1554480"/>
          </a:xfrm>
          <a:prstGeom prst="roundRect">
            <a:avLst>
              <a:gd name="adj" fmla="val 3529"/>
            </a:avLst>
          </a:prstGeom>
          <a:solidFill>
            <a:srgbClr val="1B1B1B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17627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08A4E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→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77240" y="2578608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E7D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Nástroj patří uživateli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2999232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9483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ne tobě, ne serveru, ne účtu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17920" y="2011680"/>
            <a:ext cx="5394960" cy="1554480"/>
          </a:xfrm>
          <a:prstGeom prst="roundRect">
            <a:avLst>
              <a:gd name="adj" fmla="val 3529"/>
            </a:avLst>
          </a:prstGeom>
          <a:solidFill>
            <a:srgbClr val="1B1B1B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46520" y="217627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08A4E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→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446520" y="2578608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E7D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Přežije tvou nepřítomnost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46520" y="2999232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9483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je navržený, aby fungoval bez facilitátora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794760"/>
            <a:ext cx="5394960" cy="1554480"/>
          </a:xfrm>
          <a:prstGeom prst="roundRect">
            <a:avLst>
              <a:gd name="adj" fmla="val 3529"/>
            </a:avLst>
          </a:prstGeom>
          <a:solidFill>
            <a:srgbClr val="1B1B1B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95935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08A4E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→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777240" y="4361688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E7D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Bez závislosti, bez selhání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7240" y="4782312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9483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co neexistuje, se nemůže pokazit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17920" y="3794760"/>
            <a:ext cx="5394960" cy="1554480"/>
          </a:xfrm>
          <a:prstGeom prst="roundRect">
            <a:avLst>
              <a:gd name="adj" fmla="val 3529"/>
            </a:avLst>
          </a:prstGeom>
          <a:solidFill>
            <a:srgbClr val="1B1B1B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46520" y="395935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08A4E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→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446520" y="4361688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E7D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Otevřený zdroj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46520" y="4782312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9483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kdokoliv si ho může přečíst a upravit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A9483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REPO DŮM — 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C08A4E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03 / PŘEHLED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dirty="0">
                <a:solidFill>
                  <a:srgbClr val="ECE7D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Čtyři principy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5394960" cy="1874520"/>
          </a:xfrm>
          <a:prstGeom prst="roundRect">
            <a:avLst>
              <a:gd name="adj" fmla="val 2927"/>
            </a:avLst>
          </a:prstGeom>
          <a:solidFill>
            <a:srgbClr val="1B1B1B"/>
          </a:solidFill>
          <a:ln w="15875">
            <a:solidFill>
              <a:srgbClr val="C08A4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24028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C08A4E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01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22960" y="29718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CE7D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Statický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34290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9483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princip 1 / 4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17920" y="2057400"/>
            <a:ext cx="5394960" cy="1874520"/>
          </a:xfrm>
          <a:prstGeom prst="roundRect">
            <a:avLst>
              <a:gd name="adj" fmla="val 2927"/>
            </a:avLst>
          </a:prstGeom>
          <a:solidFill>
            <a:srgbClr val="1B1B1B"/>
          </a:solidFill>
          <a:ln w="6350">
            <a:solidFill>
              <a:srgbClr val="C08A4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224028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C08A4E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02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6492240" y="29718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CE7D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Offline-first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92240" y="34290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9483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princip 2 / 4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4160520"/>
            <a:ext cx="5394960" cy="1874520"/>
          </a:xfrm>
          <a:prstGeom prst="roundRect">
            <a:avLst>
              <a:gd name="adj" fmla="val 2927"/>
            </a:avLst>
          </a:prstGeom>
          <a:solidFill>
            <a:srgbClr val="1B1B1B"/>
          </a:solidFill>
          <a:ln w="6350">
            <a:solidFill>
              <a:srgbClr val="C08A4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434340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C08A4E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03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822960" y="507492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CE7D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URL jako stav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2960" y="55321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9483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princip 3 / 4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17920" y="4160520"/>
            <a:ext cx="5394960" cy="1874520"/>
          </a:xfrm>
          <a:prstGeom prst="roundRect">
            <a:avLst>
              <a:gd name="adj" fmla="val 2927"/>
            </a:avLst>
          </a:prstGeom>
          <a:solidFill>
            <a:srgbClr val="1B1B1B"/>
          </a:solidFill>
          <a:ln w="6350">
            <a:solidFill>
              <a:srgbClr val="C08A4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434340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C08A4E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04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6492240" y="507492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CE7D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localStorage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55321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9483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princip 4 / 4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A9483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REPO DŮM — 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C08A4E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PRINCIP 1 / 04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dirty="0">
                <a:solidFill>
                  <a:srgbClr val="ECE7D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Statický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6766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08A4E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Žádný server. Žádná databáze. Žádný důvod k výpadku.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60604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08A4E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—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60120" y="2606040"/>
            <a:ext cx="6309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CE7D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Jeden HTML soubor = jeden nástroj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3227832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08A4E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—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3227832"/>
            <a:ext cx="6309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CE7D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Hostování zdarma, např. GitHub Pages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3849624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08A4E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—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0120" y="3849624"/>
            <a:ext cx="6309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CE7D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Nic neběží na pozadí, nic se nemůže zhroutit v noci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4471416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08A4E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—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60120" y="4471416"/>
            <a:ext cx="6309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CE7D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Aktualizace = nahrání nového souboru, nic víc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818120" y="914400"/>
            <a:ext cx="0" cy="521208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2377440"/>
            <a:ext cx="3291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0" dirty="0">
                <a:solidFill>
                  <a:srgbClr val="232323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01</a:t>
            </a:r>
            <a:endParaRPr lang="en-US" sz="11000" dirty="0"/>
          </a:p>
        </p:txBody>
      </p:sp>
      <p:sp>
        <p:nvSpPr>
          <p:cNvPr id="15" name="Text 13"/>
          <p:cNvSpPr/>
          <p:nvPr/>
        </p:nvSpPr>
        <p:spPr>
          <a:xfrm>
            <a:off x="8229600" y="4114800"/>
            <a:ext cx="33832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9A9483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„Server je bod selhání.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9A9483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Odstraň ho a odstraníš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9A9483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i to riziko.“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A9483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REPO DŮM — 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C08A4E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PRINCIP 2 / 04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dirty="0">
                <a:solidFill>
                  <a:srgbClr val="ECE7D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Offline-first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6766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08A4E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Po prvním načtení nástroj nepotřebuje připojení.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60604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08A4E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—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60120" y="2606040"/>
            <a:ext cx="6309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CE7D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Žádná API volání za běhu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3227832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08A4E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—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3227832"/>
            <a:ext cx="6309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CE7D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Uživatel nikdy nečeká na odpověď serveru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3849624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08A4E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—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0120" y="3849624"/>
            <a:ext cx="6309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CE7D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Funguje v pohádkovém domku bez signálu stejně jako v kanceláři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4471416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08A4E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—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60120" y="4471416"/>
            <a:ext cx="6309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CE7D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Rychlost = okamžitá, protože nic nikam neposílá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818120" y="914400"/>
            <a:ext cx="0" cy="521208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2377440"/>
            <a:ext cx="3291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0" dirty="0">
                <a:solidFill>
                  <a:srgbClr val="232323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02</a:t>
            </a:r>
            <a:endParaRPr lang="en-US" sz="11000" dirty="0"/>
          </a:p>
        </p:txBody>
      </p:sp>
      <p:sp>
        <p:nvSpPr>
          <p:cNvPr id="15" name="Text 13"/>
          <p:cNvSpPr/>
          <p:nvPr/>
        </p:nvSpPr>
        <p:spPr>
          <a:xfrm>
            <a:off x="8229600" y="4114800"/>
            <a:ext cx="33832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9A9483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„Nezávislost na síti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9A9483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je nezávislost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9A9483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na tobě.“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A9483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REPO DŮM — 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C08A4E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PRINCIP 3 / 04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dirty="0">
                <a:solidFill>
                  <a:srgbClr val="ECE7D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URL jako stav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6766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08A4E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Parametry v odkazu nesou aktuální stav nástroje.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60604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08A4E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—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60120" y="2606040"/>
            <a:ext cx="6309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CE7D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karta_sablona.html?karta=mys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3227832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08A4E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—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3227832"/>
            <a:ext cx="6309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CE7D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Stav lze sdílet odkazem — bez účtu, bez přihlášení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3849624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08A4E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—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0120" y="3849624"/>
            <a:ext cx="6309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CE7D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Dva lidi vidí to samé, jen s jiným odkazem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4471416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08A4E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—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60120" y="4471416"/>
            <a:ext cx="6309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CE7D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Návrat k výsledku = uložit odkaz, ne exportovat soubor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818120" y="914400"/>
            <a:ext cx="0" cy="521208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2377440"/>
            <a:ext cx="3291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0" dirty="0">
                <a:solidFill>
                  <a:srgbClr val="232323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03</a:t>
            </a:r>
            <a:endParaRPr lang="en-US" sz="11000" dirty="0"/>
          </a:p>
        </p:txBody>
      </p:sp>
      <p:sp>
        <p:nvSpPr>
          <p:cNvPr id="15" name="Text 13"/>
          <p:cNvSpPr/>
          <p:nvPr/>
        </p:nvSpPr>
        <p:spPr>
          <a:xfrm>
            <a:off x="8229600" y="4114800"/>
            <a:ext cx="33832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9A9483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„Odkaz je nejjednodušší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9A9483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formát dat,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9A9483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jaký existuje.“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A9483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REPO DŮM — 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C08A4E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PRINCIP 4 / 04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dirty="0">
                <a:solidFill>
                  <a:srgbClr val="ECE7D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localStorage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6766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08A4E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Perzistence bez serveru — data zůstávají u uživatele.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60604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08A4E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—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60120" y="2606040"/>
            <a:ext cx="6309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CE7D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Prohlížeč si pamatuje, i když nástroj zavřeš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3227832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08A4E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—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3227832"/>
            <a:ext cx="6309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CE7D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Klíč jako jmenný prostor: chcesmys_mezernik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3849624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08A4E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—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0120" y="3849624"/>
            <a:ext cx="6309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CE7D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Ty ani nikdo jiný nemá k datům přístup — jen uživatel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4471416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08A4E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—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60120" y="4471416"/>
            <a:ext cx="6309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CE7D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Smazání dat je vždy v jeho rukou, ne v tvých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818120" y="914400"/>
            <a:ext cx="0" cy="521208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2377440"/>
            <a:ext cx="3291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0" dirty="0">
                <a:solidFill>
                  <a:srgbClr val="232323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04</a:t>
            </a:r>
            <a:endParaRPr lang="en-US" sz="11000" dirty="0"/>
          </a:p>
        </p:txBody>
      </p:sp>
      <p:sp>
        <p:nvSpPr>
          <p:cNvPr id="15" name="Text 13"/>
          <p:cNvSpPr/>
          <p:nvPr/>
        </p:nvSpPr>
        <p:spPr>
          <a:xfrm>
            <a:off x="8229600" y="4114800"/>
            <a:ext cx="33832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9A9483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„Vlastnictví dat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9A9483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znamená, že je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9A9483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nemůžeš vzít zpátky.“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A9483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REPO DŮM — 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C08A4E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04 / ARCHITEKTURA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ECE7D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Karta jako dualita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9483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Každá karta žije ve dvou rolích zároveň — a obě čte ten samý soubor.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5394960" cy="1920240"/>
          </a:xfrm>
          <a:prstGeom prst="roundRect">
            <a:avLst>
              <a:gd name="adj" fmla="val 2857"/>
            </a:avLst>
          </a:prstGeom>
          <a:solidFill>
            <a:srgbClr val="1B1B1B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78892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C08A4E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◇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22960" y="333756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CE7D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HTML stránka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3767328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A9483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Samostatná, čitelná, sdílitelná — otevřeš ji jako web.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17920" y="2606040"/>
            <a:ext cx="5394960" cy="1920240"/>
          </a:xfrm>
          <a:prstGeom prst="roundRect">
            <a:avLst>
              <a:gd name="adj" fmla="val 2857"/>
            </a:avLst>
          </a:prstGeom>
          <a:solidFill>
            <a:srgbClr val="1B1B1B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278892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C08A4E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◆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6492240" y="333756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CE7D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Datový zdroj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92240" y="3767328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A9483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JSON, který si nástroje natáhnou přes URL parametr.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48640" y="480060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08A4E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Jedna karta se nemusí duplikovat pro každý nástroj — čte ji každý nástroj po svém.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A9483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REPO DŮM — 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C08A4E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04 / ARCHITEKTURA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ECE7D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Registr nástrojů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9483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Shell (chcesmys.html) drží registr TOOLS. Přidání nástroje neznamená přestavět systém.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7680960" cy="777240"/>
          </a:xfrm>
          <a:prstGeom prst="roundRect">
            <a:avLst>
              <a:gd name="adj" fmla="val 5882"/>
            </a:avLst>
          </a:prstGeom>
          <a:solidFill>
            <a:srgbClr val="1B1B1B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88036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08A4E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+1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828800" y="2926080"/>
            <a:ext cx="6126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CE7D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záznam v registru TOOLS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703320"/>
            <a:ext cx="7680960" cy="777240"/>
          </a:xfrm>
          <a:prstGeom prst="roundRect">
            <a:avLst>
              <a:gd name="adj" fmla="val 5882"/>
            </a:avLst>
          </a:prstGeom>
          <a:solidFill>
            <a:srgbClr val="1B1B1B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84048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08A4E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+1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828800" y="3886200"/>
            <a:ext cx="6126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CE7D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blok v JSON karty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4663440"/>
            <a:ext cx="7680960" cy="777240"/>
          </a:xfrm>
          <a:prstGeom prst="roundRect">
            <a:avLst>
              <a:gd name="adj" fmla="val 5882"/>
            </a:avLst>
          </a:prstGeom>
          <a:solidFill>
            <a:srgbClr val="1B1B1B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480060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08A4E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=0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828800" y="4846320"/>
            <a:ext cx="6126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CE7D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zásahů do ostatních nástrojů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5715000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756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Nástroje jsou vzájemně nezávislé JS objekty — jeden nikdy nezná vnitřek druhého.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A9483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REPO DŮM — 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C08A4E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05 / POSTUP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ECE7D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Jak postavit první nástroj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C08A4E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01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463040" y="1938528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CE7D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Definuj otázku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463040" y="2340864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9483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na kterou má nástroj odpovídat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868680" y="2487168"/>
            <a:ext cx="0" cy="32004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816352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C08A4E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02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463040" y="283464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CE7D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Navrhni strukturu dat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463040" y="3236976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9483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co přesně nástroj čte z karty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68680" y="3383280"/>
            <a:ext cx="0" cy="32004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712464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C08A4E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03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463040" y="3730752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CE7D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Napiš samostatný HTML soubor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463040" y="4133088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9483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žádné sdílené závislosti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68680" y="4279392"/>
            <a:ext cx="0" cy="32004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608576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C08A4E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04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463040" y="4626864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CE7D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Ulož stav do URL nebo localStorage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63040" y="502920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9483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podle toho, jestli se má sdílet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68680" y="5175504"/>
            <a:ext cx="0" cy="32004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5504688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C08A4E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05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1463040" y="5522976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CE7D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Zaregistruj nástroj do shellu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463040" y="5925312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9483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jeden záznam v TOOLS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A9483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REPO DŮM — 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C08A4E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06 / ANTI-PATTERNS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dirty="0">
                <a:solidFill>
                  <a:srgbClr val="ECE7D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Časté chyby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394960" cy="1737360"/>
          </a:xfrm>
          <a:prstGeom prst="roundRect">
            <a:avLst>
              <a:gd name="adj" fmla="val 3158"/>
            </a:avLst>
          </a:prstGeom>
          <a:solidFill>
            <a:srgbClr val="1B1B1B"/>
          </a:solidFill>
          <a:ln w="12700">
            <a:solidFill>
              <a:srgbClr val="5A3A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10312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B5573B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×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77240" y="2587752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E7D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Backend „na později“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3008376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A9483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Přidáš ho jednou — a celá filozofie padá.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17920" y="1965960"/>
            <a:ext cx="5394960" cy="1737360"/>
          </a:xfrm>
          <a:prstGeom prst="roundRect">
            <a:avLst>
              <a:gd name="adj" fmla="val 3158"/>
            </a:avLst>
          </a:prstGeom>
          <a:solidFill>
            <a:srgbClr val="1B1B1B"/>
          </a:solidFill>
          <a:ln w="12700">
            <a:solidFill>
              <a:srgbClr val="5A3A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46520" y="210312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B5573B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×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6446520" y="2587752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E7D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Stav jen v paměti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46520" y="3008376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A9483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Refresh stránky ho smaže.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931920"/>
            <a:ext cx="5394960" cy="1737360"/>
          </a:xfrm>
          <a:prstGeom prst="roundRect">
            <a:avLst>
              <a:gd name="adj" fmla="val 3158"/>
            </a:avLst>
          </a:prstGeom>
          <a:solidFill>
            <a:srgbClr val="1B1B1B"/>
          </a:solidFill>
          <a:ln w="12700">
            <a:solidFill>
              <a:srgbClr val="5A3A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406908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B5573B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×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777240" y="4553712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E7D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Jeden monolitický soubor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7240" y="4974336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A9483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Pro všechny nástroje dohromady — nic se nedá měnit izolovaně.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17920" y="3931920"/>
            <a:ext cx="5394960" cy="1737360"/>
          </a:xfrm>
          <a:prstGeom prst="roundRect">
            <a:avLst>
              <a:gd name="adj" fmla="val 3158"/>
            </a:avLst>
          </a:prstGeom>
          <a:solidFill>
            <a:srgbClr val="1B1B1B"/>
          </a:solidFill>
          <a:ln w="12700">
            <a:solidFill>
              <a:srgbClr val="5A3A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46520" y="406908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B5573B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×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446520" y="4553712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E7D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Skryté závislosti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46520" y="4974336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A9483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Nástroj, který zná vnitřek jiného nástroje.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A9483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REPO DŮM — 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C08A4E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07 / SHRNUTÍ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dirty="0">
                <a:solidFill>
                  <a:srgbClr val="ECE7D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Checklist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20040" cy="320040"/>
          </a:xfrm>
          <a:prstGeom prst="roundRect">
            <a:avLst>
              <a:gd name="adj" fmla="val 11429"/>
            </a:avLst>
          </a:prstGeom>
          <a:solidFill>
            <a:srgbClr val="1B1B1B"/>
          </a:solidFill>
          <a:ln w="15875">
            <a:solidFill>
              <a:srgbClr val="C08A4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1755648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E7D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Funguje bez serveru?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350008"/>
            <a:ext cx="320040" cy="320040"/>
          </a:xfrm>
          <a:prstGeom prst="roundRect">
            <a:avLst>
              <a:gd name="adj" fmla="val 11429"/>
            </a:avLst>
          </a:prstGeom>
          <a:solidFill>
            <a:srgbClr val="1B1B1B"/>
          </a:solidFill>
          <a:ln w="15875">
            <a:solidFill>
              <a:srgbClr val="C08A4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2322576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E7D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Funguje offline?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916936"/>
            <a:ext cx="320040" cy="320040"/>
          </a:xfrm>
          <a:prstGeom prst="roundRect">
            <a:avLst>
              <a:gd name="adj" fmla="val 11429"/>
            </a:avLst>
          </a:prstGeom>
          <a:solidFill>
            <a:srgbClr val="1B1B1B"/>
          </a:solidFill>
          <a:ln w="15875">
            <a:solidFill>
              <a:srgbClr val="C08A4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2889504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E7D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Dá se stav sdílet přes URL?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483864"/>
            <a:ext cx="320040" cy="320040"/>
          </a:xfrm>
          <a:prstGeom prst="roundRect">
            <a:avLst>
              <a:gd name="adj" fmla="val 11429"/>
            </a:avLst>
          </a:prstGeom>
          <a:solidFill>
            <a:srgbClr val="1B1B1B"/>
          </a:solidFill>
          <a:ln w="15875">
            <a:solidFill>
              <a:srgbClr val="C08A4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3456432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E7D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Zůstávají data u uživatele?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343400"/>
            <a:ext cx="7772400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4617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ECE7D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Repo dům není hosting.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548640" y="5166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C08A4E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Je to slib, že nástroj přežije i tebe.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A9483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REPO DŮM — 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2026-07-27T18:21:31Z</dcterms:created>
  <dcterms:modified xsi:type="dcterms:W3CDTF">2026-07-27T18:21:31Z</dcterms:modified>
</cp:coreProperties>
</file>